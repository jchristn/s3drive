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FF12-DABD-70F2-A132-602D93B1F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73F62-34FE-86AF-AD5F-4983DEDF3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F1C99-4EB9-652B-6249-62C0AE8F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0BF0-9FC7-E948-7BF2-4B684D61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382F-DFB5-1309-E7D8-90E8ECD4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A8F3-6883-145D-C863-EC70F170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02E5-A22E-8001-50FE-05CAEACDC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5EAA2-B91C-0388-2108-565E2FB9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B022-6A46-A5FE-20A3-79FB8DB7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CC958-44FD-1D82-2E0B-43438EC1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3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6EDA-5E5F-D6E8-A386-1C57895D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6A9B6-EEA5-620B-3D91-66F0DD359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B437D-85FB-5007-4F54-31CD1EDF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6AA4-5F53-273F-51FC-F37AACD6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6A33B-6285-5161-4931-A399F667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3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BB84-9483-3CA9-2374-36E2FA0C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B5FF-0FA7-2799-0694-9A6A01397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54FD6-BD4D-848C-82AB-4805813EA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AB202-3BAC-2011-13BB-60301C6D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E0D6A-D935-6BED-18EC-80C4AFB2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38364-701C-4F3E-D827-B13C7F90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0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6C93-B926-5138-2C71-E8F40C58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64118-62B6-5518-9568-5613CDB80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6F1FF-888A-11B1-BA07-4E760BBC4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2D4AB-CC6A-53A6-5D13-DD570643A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E631E-BD49-7F49-EFCD-1D864E758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7F5E3-4C67-4171-9F78-ACCC6AC2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7B81E-ED5B-1D0B-26B0-8CA348F6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F8912-824B-64CC-7809-68046DA3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4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F781-63A6-B970-93B5-2FB3271A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959C3-A9BE-2FD1-5E73-7CB1B083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3BB74-7F20-27B6-8FD1-58F30AA9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F6EFE-D1E8-ACF3-D887-658674A0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3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498E5-A185-0111-55AE-6AA0CEC0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63DA4-BA0A-1C3B-5B88-F6BC9B48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918B7-F156-0045-35A1-C42A6BD2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AC9B-9262-D97D-685C-E4AB0933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9101-2CB4-8337-84E8-E50C19E72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F0E92-6055-A354-E01C-E89ED68B1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A5984-F999-DEC9-26C7-37883D8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7A239-1951-D873-1E41-A98D52BF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A06E-D5ED-A6D7-FAF1-BEF8D8B2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6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644D-95DE-257E-1A04-3F96C1BB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4C286-55F1-41F5-475B-7608FEBC6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62B01-9542-DB3D-7F0E-D68753C8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1BB9A-7F6D-23D3-B012-2FB30DC5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42699-8E2D-4EAA-D9E6-7B62248C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FD5E7-6824-5E20-12DC-BF87136C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BAF8-7755-02A7-56DA-7EA4C146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6E954-D668-A04D-91EB-C6D109F2C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CE596-9EBE-576C-86AF-1B4FF19A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6C416-6D76-519D-3E63-C340AFEF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29AE-0C70-AB8D-C92A-E7C9D677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8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3DC00-FD3E-9BE8-1BBE-413005DF1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D43D4-5EB0-711C-8111-A3D5A8F54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549A-B320-9442-B2E5-156B8174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5DD20-BE3D-94E8-54D6-4F73676C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37B7-B770-F2FF-D1A2-11119723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6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91EAA-8DDC-509C-B043-CE192190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00913-5638-10A7-BD76-B609E3039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6ECF8-6553-5598-37AE-D0BD22D92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5543D-2F54-46AF-B828-014F265BF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E9D25-5458-D8A9-3820-BCBC42ADB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2BB12-5DEA-BFA2-93EA-F3E77072D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525B7-3730-4884-9782-0ABFBAB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2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eart Icon, Transparent Heart.PNG Images &amp; Vector - FreeIconsPNG">
            <a:extLst>
              <a:ext uri="{FF2B5EF4-FFF2-40B4-BE49-F238E27FC236}">
                <a16:creationId xmlns:a16="http://schemas.microsoft.com/office/drawing/2014/main" id="{0E5ABB49-2921-7984-EAFD-DD5F5D7E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91519"/>
            <a:ext cx="2438400" cy="2438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1D64EB-8B71-7079-EE2C-0DC08FFFD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S3:\&gt;</a:t>
            </a:r>
          </a:p>
        </p:txBody>
      </p:sp>
    </p:spTree>
    <p:extLst>
      <p:ext uri="{BB962C8B-B14F-4D97-AF65-F5344CB8AC3E}">
        <p14:creationId xmlns:p14="http://schemas.microsoft.com/office/powerpoint/2010/main" val="262009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S3:\&gt;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Christner</dc:creator>
  <cp:lastModifiedBy>Joel Christner</cp:lastModifiedBy>
  <cp:revision>1</cp:revision>
  <dcterms:created xsi:type="dcterms:W3CDTF">2026-08-29T15:59:14Z</dcterms:created>
  <dcterms:modified xsi:type="dcterms:W3CDTF">2026-08-29T16:00:35Z</dcterms:modified>
</cp:coreProperties>
</file>